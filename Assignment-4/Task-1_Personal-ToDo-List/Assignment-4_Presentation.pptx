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E5C8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2E5C8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5" name="Image 0" descr="/home/claude/pptx/icons/task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888" y="890168"/>
            <a:ext cx="642823" cy="64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MINI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To-Do List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841248" y="4343400"/>
            <a:ext cx="2377440" cy="0"/>
          </a:xfrm>
          <a:prstGeom prst="line">
            <a:avLst/>
          </a:prstGeom>
          <a:noFill/>
          <a:ln w="19050">
            <a:solidFill>
              <a:srgbClr val="9FC1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VaultofCodes Python Internship  •  Assignment 4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521208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FC1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5330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55961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Kanak Chaudhary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2296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•  Command-Line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98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Personal To-Do List Application is a Python-based, command-line tool that helps users record, organize, and track their daily tasks from start to finish.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98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relying on memory or paper notes, users can add tasks, sort them into categories, and mark them complete — all through a simple text menu.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98932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4370832"/>
            <a:ext cx="566928" cy="566928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8" name="Image 0" descr="/home/claude/pptx/icons/sa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41" y="4444533"/>
            <a:ext cx="419527" cy="4195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42976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is saved to a JSON file, so nothing is lost when the program closes — the list is exactly as you left it next time.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903720" y="1508760"/>
            <a:ext cx="4754880" cy="4709160"/>
          </a:xfrm>
          <a:prstGeom prst="roundRect">
            <a:avLst>
              <a:gd name="adj" fmla="val 1942"/>
            </a:avLst>
          </a:prstGeom>
          <a:solidFill>
            <a:srgbClr val="1F3864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15200" y="2331720"/>
            <a:ext cx="502920" cy="5029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3" name="Image 1" descr="/home/claude/pptx/icons/clip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580" y="239710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01000" y="2331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daily tasks in one organized place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15200" y="3227832"/>
            <a:ext cx="502920" cy="5029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6" name="Image 2" descr="/home/claude/pptx/icons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580" y="3293212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01000" y="322783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productivity and time management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315200" y="4123944"/>
            <a:ext cx="502920" cy="5029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9" name="Image 3" descr="/home/claude/pptx/icons/tag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580" y="4189324"/>
            <a:ext cx="372161" cy="37216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01000" y="412394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tasks by category for clarity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315200" y="5020056"/>
            <a:ext cx="502920" cy="5029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2" name="Image 4" descr="/home/claude/pptx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580" y="5085436"/>
            <a:ext cx="372161" cy="37216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01000" y="502005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progress visible and trackable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VaultofCodes Python Internship  •  Assignment 4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6" name="Image 0" descr="/home/claude/pptx/icons/task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195773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562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Daily Tasks Efficiently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fast, reliable way to add, update, and track tasks.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2F4F7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874520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1" name="Image 1" descr="/home/claude/pptx/icons/ta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450" y="195773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562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Tasks into Categories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6517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tasks such as Work, Study, or Personal for clarity.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2F4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6" name="Image 2" descr="/home/claude/pptx/icons/sav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70" y="424373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1422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Tasks Using JSON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data between sessions so tasks are never lost.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2F4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160520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1" name="Image 3" descr="/home/claude/pptx/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424373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1422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Productivity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92240" y="49377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stay focused on what still needs to be done.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VaultofCodes Python Internship  •  Assignment 4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1947672"/>
            <a:ext cx="731520" cy="7315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/home/claude/pptx/icons/pyth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8198" y="2042770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88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317296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7860" y="1947672"/>
            <a:ext cx="731520" cy="7315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1" name="Image 1" descr="/home/claude/pptx/icons/cub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958" y="2042770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788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480560" y="317296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32620" y="1947672"/>
            <a:ext cx="731520" cy="7315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6" name="Image 2" descr="/home/claude/pptx/icons/file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718" y="2042770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788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75320" y="317296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data handling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943100" y="4370832"/>
            <a:ext cx="731520" cy="7315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1" name="Image 3" descr="/home/claude/pptx/icons/listu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198" y="4465930"/>
            <a:ext cx="541325" cy="5413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5212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Dictionaries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85800" y="55961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used internally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41148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37860" y="4370832"/>
            <a:ext cx="731520" cy="7315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6" name="Image 4" descr="/home/claude/pptx/icons/cod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958" y="4465930"/>
            <a:ext cx="541325" cy="5413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5212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480560" y="55961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reusable program logic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41148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532620" y="4370832"/>
            <a:ext cx="731520" cy="7315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1" name="Image 5" descr="/home/claude/pptx/icons/terminal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7718" y="4465930"/>
            <a:ext cx="541325" cy="5413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5212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75320" y="55961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VaultofCodes Python Internship  •  Assignment 4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51176" cy="2103120"/>
          </a:xfrm>
          <a:prstGeom prst="roundRect">
            <a:avLst>
              <a:gd name="adj" fmla="val 3913"/>
            </a:avLst>
          </a:prstGeom>
          <a:solidFill>
            <a:srgbClr val="EEF3F8"/>
          </a:solidFill>
          <a:ln/>
        </p:spPr>
      </p:sp>
      <p:sp>
        <p:nvSpPr>
          <p:cNvPr id="5" name="Shape 3"/>
          <p:cNvSpPr/>
          <p:nvPr/>
        </p:nvSpPr>
        <p:spPr>
          <a:xfrm>
            <a:off x="1481328" y="1984248"/>
            <a:ext cx="685800" cy="6858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6" name="Image 0" descr="/home/claude/pptx/icons/pl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482" y="2073402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28416" y="1691640"/>
            <a:ext cx="2551176" cy="2103120"/>
          </a:xfrm>
          <a:prstGeom prst="roundRect">
            <a:avLst>
              <a:gd name="adj" fmla="val 3913"/>
            </a:avLst>
          </a:prstGeom>
          <a:solidFill>
            <a:srgbClr val="EEF3F8"/>
          </a:solidFill>
          <a:ln/>
        </p:spPr>
      </p:sp>
      <p:sp>
        <p:nvSpPr>
          <p:cNvPr id="9" name="Shape 6"/>
          <p:cNvSpPr/>
          <p:nvPr/>
        </p:nvSpPr>
        <p:spPr>
          <a:xfrm>
            <a:off x="4261104" y="1984248"/>
            <a:ext cx="685800" cy="6858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0" name="Image 1" descr="/home/claude/pptx/icons/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258" y="2073402"/>
            <a:ext cx="507492" cy="5074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19856" y="288036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Tasks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08192" y="1691640"/>
            <a:ext cx="2551176" cy="2103120"/>
          </a:xfrm>
          <a:prstGeom prst="roundRect">
            <a:avLst>
              <a:gd name="adj" fmla="val 3913"/>
            </a:avLst>
          </a:prstGeom>
          <a:solidFill>
            <a:srgbClr val="EEF3F8"/>
          </a:solidFill>
          <a:ln/>
        </p:spPr>
      </p:sp>
      <p:sp>
        <p:nvSpPr>
          <p:cNvPr id="13" name="Shape 9"/>
          <p:cNvSpPr/>
          <p:nvPr/>
        </p:nvSpPr>
        <p:spPr>
          <a:xfrm>
            <a:off x="7040880" y="1984248"/>
            <a:ext cx="685800" cy="6858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4" name="Image 2" descr="/home/claude/pptx/icons/edi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034" y="2073402"/>
            <a:ext cx="507492" cy="5074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99632" y="288036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Task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887968" y="1691640"/>
            <a:ext cx="2551176" cy="2103120"/>
          </a:xfrm>
          <a:prstGeom prst="roundRect">
            <a:avLst>
              <a:gd name="adj" fmla="val 3913"/>
            </a:avLst>
          </a:prstGeom>
          <a:solidFill>
            <a:srgbClr val="EEF3F8"/>
          </a:solidFill>
          <a:ln/>
        </p:spPr>
      </p:sp>
      <p:sp>
        <p:nvSpPr>
          <p:cNvPr id="17" name="Shape 12"/>
          <p:cNvSpPr/>
          <p:nvPr/>
        </p:nvSpPr>
        <p:spPr>
          <a:xfrm>
            <a:off x="9820656" y="1984248"/>
            <a:ext cx="685800" cy="6858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8" name="Image 3" descr="/home/claude/pptx/icons/tra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9810" y="2073402"/>
            <a:ext cx="507492" cy="5074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79408" y="288036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Task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069080"/>
            <a:ext cx="2551176" cy="2103120"/>
          </a:xfrm>
          <a:prstGeom prst="roundRect">
            <a:avLst>
              <a:gd name="adj" fmla="val 3913"/>
            </a:avLst>
          </a:prstGeom>
          <a:solidFill>
            <a:srgbClr val="EEF3F8"/>
          </a:solidFill>
          <a:ln/>
        </p:spPr>
      </p:sp>
      <p:sp>
        <p:nvSpPr>
          <p:cNvPr id="21" name="Shape 15"/>
          <p:cNvSpPr/>
          <p:nvPr/>
        </p:nvSpPr>
        <p:spPr>
          <a:xfrm>
            <a:off x="1481328" y="4361688"/>
            <a:ext cx="685800" cy="6858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2" name="Image 4" descr="/home/claude/pptx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0482" y="4450842"/>
            <a:ext cx="507492" cy="5074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525780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Task Completed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328416" y="4069080"/>
            <a:ext cx="2551176" cy="2103120"/>
          </a:xfrm>
          <a:prstGeom prst="roundRect">
            <a:avLst>
              <a:gd name="adj" fmla="val 3913"/>
            </a:avLst>
          </a:prstGeom>
          <a:solidFill>
            <a:srgbClr val="EEF3F8"/>
          </a:solidFill>
          <a:ln/>
        </p:spPr>
      </p:sp>
      <p:sp>
        <p:nvSpPr>
          <p:cNvPr id="25" name="Shape 18"/>
          <p:cNvSpPr/>
          <p:nvPr/>
        </p:nvSpPr>
        <p:spPr>
          <a:xfrm>
            <a:off x="4261104" y="4361688"/>
            <a:ext cx="685800" cy="6858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6" name="Image 5" descr="/home/claude/pptx/icons/tag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0258" y="4450842"/>
            <a:ext cx="507492" cy="5074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19856" y="525780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Management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108192" y="4069080"/>
            <a:ext cx="2551176" cy="2103120"/>
          </a:xfrm>
          <a:prstGeom prst="roundRect">
            <a:avLst>
              <a:gd name="adj" fmla="val 3913"/>
            </a:avLst>
          </a:prstGeom>
          <a:solidFill>
            <a:srgbClr val="EEF3F8"/>
          </a:solidFill>
          <a:ln/>
        </p:spPr>
      </p:sp>
      <p:sp>
        <p:nvSpPr>
          <p:cNvPr id="29" name="Shape 21"/>
          <p:cNvSpPr/>
          <p:nvPr/>
        </p:nvSpPr>
        <p:spPr>
          <a:xfrm>
            <a:off x="7040880" y="4361688"/>
            <a:ext cx="685800" cy="6858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30" name="Image 6" descr="/home/claude/pptx/icons/databas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0034" y="4450842"/>
            <a:ext cx="507492" cy="50749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199632" y="525780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 Storage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8887968" y="4069080"/>
            <a:ext cx="2551176" cy="2103120"/>
          </a:xfrm>
          <a:prstGeom prst="roundRect">
            <a:avLst>
              <a:gd name="adj" fmla="val 3913"/>
            </a:avLst>
          </a:prstGeom>
          <a:solidFill>
            <a:srgbClr val="EEF3F8"/>
          </a:solidFill>
          <a:ln/>
        </p:spPr>
      </p:sp>
      <p:sp>
        <p:nvSpPr>
          <p:cNvPr id="33" name="Shape 24"/>
          <p:cNvSpPr/>
          <p:nvPr/>
        </p:nvSpPr>
        <p:spPr>
          <a:xfrm>
            <a:off x="9820656" y="4361688"/>
            <a:ext cx="685800" cy="6858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34" name="Image 7" descr="/home/claude/pptx/icons/shiel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9810" y="4450842"/>
            <a:ext cx="507492" cy="50749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979408" y="525780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VaultofCodes Python Internship  •  Assignment 4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FOLDERS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Assignment-4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Task-1_Personal-ToDo-List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todo.py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tasks.json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README.md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80760" y="1645920"/>
            <a:ext cx="548640" cy="54864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1" name="Image 0" descr="/home/claude/pptx/icons/file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2083" y="1717243"/>
            <a:ext cx="405994" cy="40599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0" y="16184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todo.py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66560" y="193852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complete source code of the application.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80760" y="2697480"/>
            <a:ext cx="548640" cy="54864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5" name="Image 1" descr="/home/claude/pptx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083" y="2768803"/>
            <a:ext cx="405994" cy="40599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66560" y="26700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tasks.json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766560" y="299008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task data so it persists between runs.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80760" y="3749040"/>
            <a:ext cx="548640" cy="54864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9" name="Image 2" descr="/home/claude/pptx/icons/listu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3" y="3820363"/>
            <a:ext cx="405994" cy="40599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3721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766560" y="40416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short description and usage instructions.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VaultofCodes Python Internship  •  Assignment 4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6636" y="26517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89788" y="26517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Program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08276" y="28575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09444" y="26517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8" name="Text 6"/>
          <p:cNvSpPr/>
          <p:nvPr/>
        </p:nvSpPr>
        <p:spPr>
          <a:xfrm>
            <a:off x="2482596" y="26517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Existing Tasks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01084" y="28575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02252" y="26517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1" name="Text 9"/>
          <p:cNvSpPr/>
          <p:nvPr/>
        </p:nvSpPr>
        <p:spPr>
          <a:xfrm>
            <a:off x="4375404" y="26517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Main Menu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93892" y="28575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95060" y="24688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2E5C8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8212" y="2468880"/>
            <a:ext cx="15453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View / Edit /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/ Delete Tasks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86700" y="267462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87868" y="26517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8161020" y="26517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Tasks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79508" y="28575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980676" y="26517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3828" y="265176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Program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repeats the menu step for every task operation until the user chooses to exit.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VaultofCodes Python Internship  •  Assignment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in the application is represented as an object of the Task class. This keeps every task's data organized together and easy to manage.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029200" cy="3977640"/>
          </a:xfrm>
          <a:prstGeom prst="roundRect">
            <a:avLst>
              <a:gd name="adj" fmla="val 1839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944368"/>
            <a:ext cx="4480560" cy="0"/>
          </a:xfrm>
          <a:prstGeom prst="line">
            <a:avLst/>
          </a:prstGeom>
          <a:noFill/>
          <a:ln w="12700">
            <a:solidFill>
              <a:srgbClr val="5B7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63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title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6941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description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0233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category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3525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completed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6817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task_id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4480560" cy="0"/>
          </a:xfrm>
          <a:prstGeom prst="line">
            <a:avLst/>
          </a:prstGeom>
          <a:noFill/>
          <a:ln w="12700">
            <a:solidFill>
              <a:srgbClr val="5B7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93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54864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mark_completed()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58155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to_dict()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89320" y="2377440"/>
            <a:ext cx="566928" cy="566928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9" name="Image 0" descr="/home/claude/pptx/icons/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3021" y="2451141"/>
            <a:ext cx="419527" cy="41952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720840" y="23317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object stores one task's full details in a single place.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989320" y="3566160"/>
            <a:ext cx="566928" cy="566928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2" name="Image 1" descr="/home/claude/pptx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021" y="3639861"/>
            <a:ext cx="419527" cy="41952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720840" y="35204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mark_completed() updates the task's status once it is finished.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5989320" y="4754880"/>
            <a:ext cx="566928" cy="566928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5" name="Image 2" descr="/home/claude/pptx/icons/file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021" y="4828581"/>
            <a:ext cx="419527" cy="41952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20840" y="47091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to_dict() converts the object into a dictionary so it can be saved as JSON.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VaultofCodes Python Internship  •  Assignment 4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File Handling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" cy="59436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5" name="Image 0" descr="/home/claude/pptx/icons/sa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907" y="167746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Tasks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18928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— add, edit, complete, or delete — is written to tasks.json immediately.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594360" cy="59436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9" name="Image 1" descr="/home/claude/pptx/icons/file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07" y="2911907"/>
            <a:ext cx="439826" cy="4398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Tasks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312724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program starts, tasks.json is read and all saved tasks are restored.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94360" cy="59436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3" name="Image 2" descr="/home/claude/pptx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7" y="4146347"/>
            <a:ext cx="439826" cy="4398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43616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remain available across multiple program runs, with nothing lost on exit.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766560" y="1600200"/>
            <a:ext cx="4892040" cy="3520440"/>
          </a:xfrm>
          <a:prstGeom prst="roundRect">
            <a:avLst>
              <a:gd name="adj" fmla="val 2078"/>
            </a:avLst>
          </a:prstGeom>
          <a:solidFill>
            <a:srgbClr val="1E1E1E"/>
          </a:solidFill>
          <a:ln/>
        </p:spPr>
      </p:sp>
      <p:sp>
        <p:nvSpPr>
          <p:cNvPr id="17" name="Text 12"/>
          <p:cNvSpPr/>
          <p:nvPr/>
        </p:nvSpPr>
        <p:spPr>
          <a:xfrm>
            <a:off x="6766560" y="1371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tasks.json (example)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086600" y="18745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086600" y="23317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"Finish report",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086600" y="27889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"Study",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086600" y="32461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"completed": false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086600" y="37033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766560" y="52578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example only — the real file holds the full list of saved tasks.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VaultofCodes Python Internship  •  Assignment 4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240280"/>
            <a:ext cx="685800" cy="6858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6" name="Image 0" descr="/home/claude/pptx/icons/pyth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826" y="232943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9164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3400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/>
        </p:spPr>
      </p:sp>
      <p:sp>
        <p:nvSpPr>
          <p:cNvPr id="9" name="Shape 6"/>
          <p:cNvSpPr/>
          <p:nvPr/>
        </p:nvSpPr>
        <p:spPr>
          <a:xfrm>
            <a:off x="4599432" y="2240280"/>
            <a:ext cx="685800" cy="6858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0" name="Image 1" descr="/home/claude/pptx/icons/cub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586" y="2329434"/>
            <a:ext cx="507492" cy="5074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69164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8138160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/>
        </p:spPr>
      </p:sp>
      <p:sp>
        <p:nvSpPr>
          <p:cNvPr id="13" name="Shape 9"/>
          <p:cNvSpPr/>
          <p:nvPr/>
        </p:nvSpPr>
        <p:spPr>
          <a:xfrm>
            <a:off x="8394192" y="2240280"/>
            <a:ext cx="685800" cy="6858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4" name="Image 2" descr="/home/claude/pptx/icons/file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346" y="2329434"/>
            <a:ext cx="507492" cy="5074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35440" y="169164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 Handling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37490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04672" y="4297680"/>
            <a:ext cx="685800" cy="6858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8" name="Image 3" descr="/home/claude/pptx/icons/cod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26" y="4386834"/>
            <a:ext cx="507492" cy="5074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374904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4343400" y="37490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/>
        </p:spPr>
      </p:sp>
      <p:sp>
        <p:nvSpPr>
          <p:cNvPr id="21" name="Shape 15"/>
          <p:cNvSpPr/>
          <p:nvPr/>
        </p:nvSpPr>
        <p:spPr>
          <a:xfrm>
            <a:off x="4599432" y="4297680"/>
            <a:ext cx="685800" cy="6858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2" name="Image 4" descr="/home/claude/pptx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586" y="4386834"/>
            <a:ext cx="507492" cy="5074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40680" y="374904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Validation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8138160" y="37490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/>
        </p:spPr>
      </p:sp>
      <p:sp>
        <p:nvSpPr>
          <p:cNvPr id="25" name="Shape 18"/>
          <p:cNvSpPr/>
          <p:nvPr/>
        </p:nvSpPr>
        <p:spPr>
          <a:xfrm>
            <a:off x="8394192" y="4297680"/>
            <a:ext cx="685800" cy="68580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6" name="Image 5" descr="/home/claude/pptx/icons/terminal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3346" y="4386834"/>
            <a:ext cx="507492" cy="5074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235440" y="374904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Application Development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VaultofCodes Python Internship  •  Assignment 4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649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25400" dir="5400000">
              <a:srgbClr val="1F386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2598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/home/claude/pptx/icons/fl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" y="21973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691640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Priority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69664" y="1691640"/>
            <a:ext cx="33649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25400" dir="5400000">
              <a:srgbClr val="1F3864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70832" y="212598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0" name="Image 1" descr="/home/claude/pptx/icons/calend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155" y="2197303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65776" y="1691640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790688" y="1691640"/>
            <a:ext cx="33649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25400" dir="5400000">
              <a:srgbClr val="1F3864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91856" y="212598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4" name="Image 2" descr="/home/claude/pptx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179" y="2197303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0" y="1691640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Tasks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364992"/>
            <a:ext cx="33649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25400" dir="5400000">
              <a:srgbClr val="1F3864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3799332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8" name="Image 3" descr="/home/claude/pptx/icons/deskto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" y="3870655"/>
            <a:ext cx="405994" cy="4059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44752" y="3364992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using Tkinter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169664" y="3364992"/>
            <a:ext cx="33649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25400" dir="5400000">
              <a:srgbClr val="1F3864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370832" y="3799332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2" name="Image 4" descr="/home/claude/pptx/icons/databa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2155" y="3870655"/>
            <a:ext cx="405994" cy="40599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65776" y="3364992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MySQL Integration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790688" y="3364992"/>
            <a:ext cx="33649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25400" dir="5400000">
              <a:srgbClr val="1F3864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991856" y="3799332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6" name="Image 5" descr="/home/claude/pptx/icons/bell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3179" y="3870655"/>
            <a:ext cx="405994" cy="40599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86800" y="3364992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Reminders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48640" y="5038344"/>
            <a:ext cx="33649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25400" dir="5400000">
              <a:srgbClr val="1F3864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49808" y="5472684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0" name="Image 6" descr="/home/claude/pptx/icons/clou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31" y="5544007"/>
            <a:ext cx="405994" cy="40599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44752" y="5038344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Synchronization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VaultofCodes Python Internship  •  Assignment 4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Personal To-Do List Application brings together several core areas of Python programming into one practical, working tool.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4340" y="246888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1F3864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" y="2724912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7" name="Image 0" descr="/home/claude/pptx/icons/pyth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070" y="2808122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4068" y="347472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38628" y="246888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1F3864"/>
          </a:solidFill>
          <a:ln/>
        </p:spPr>
      </p:sp>
      <p:sp>
        <p:nvSpPr>
          <p:cNvPr id="10" name="Shape 7"/>
          <p:cNvSpPr/>
          <p:nvPr/>
        </p:nvSpPr>
        <p:spPr>
          <a:xfrm>
            <a:off x="3470148" y="2724912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1" name="Image 1" descr="/home/claude/pptx/icons/cub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358" y="2808122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48356" y="347472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42916" y="246888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1F3864"/>
          </a:solidFill>
          <a:ln/>
        </p:spPr>
      </p:sp>
      <p:sp>
        <p:nvSpPr>
          <p:cNvPr id="14" name="Shape 10"/>
          <p:cNvSpPr/>
          <p:nvPr/>
        </p:nvSpPr>
        <p:spPr>
          <a:xfrm>
            <a:off x="5774436" y="2724912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5" name="Image 2" descr="/home/claude/pptx/icons/file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646" y="2808122"/>
            <a:ext cx="473659" cy="4736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52644" y="347472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47204" y="246888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1F3864"/>
          </a:solidFill>
          <a:ln/>
        </p:spPr>
      </p:sp>
      <p:sp>
        <p:nvSpPr>
          <p:cNvPr id="18" name="Shape 13"/>
          <p:cNvSpPr/>
          <p:nvPr/>
        </p:nvSpPr>
        <p:spPr>
          <a:xfrm>
            <a:off x="8078724" y="2724912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9" name="Image 3" descr="/home/claude/pptx/icons/cod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934" y="2808122"/>
            <a:ext cx="473659" cy="47365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56932" y="347472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Programming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651492" y="246888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1F3864"/>
          </a:solidFill>
          <a:ln/>
        </p:spPr>
      </p:sp>
      <p:sp>
        <p:nvSpPr>
          <p:cNvPr id="22" name="Shape 16"/>
          <p:cNvSpPr/>
          <p:nvPr/>
        </p:nvSpPr>
        <p:spPr>
          <a:xfrm>
            <a:off x="10383012" y="2724912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3" name="Image 4" descr="/home/claude/pptx/icons/task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6222" y="2808122"/>
            <a:ext cx="473659" cy="47365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761220" y="347472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 Management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skills demonstrate a solid, hands-on understanding of Python — and provide a strong foundation to build on in future projects.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VaultofCodes Python Internship  •  Assignment 4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2E5C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2E5C8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371600"/>
            <a:ext cx="1005840" cy="100584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5" name="Image 0" descr="/home/claude/pptx/icons/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150235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51760"/>
            <a:ext cx="12188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42900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F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905756" y="4160520"/>
            <a:ext cx="2377440" cy="0"/>
          </a:xfrm>
          <a:prstGeom prst="line">
            <a:avLst/>
          </a:prstGeom>
          <a:noFill/>
          <a:ln w="12700">
            <a:solidFill>
              <a:srgbClr val="5B7F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VaultofCodes Python Internship  •  Assignment 4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475488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Kanak Chaudhary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2026-07-25T14:18:55Z</dcterms:created>
  <dcterms:modified xsi:type="dcterms:W3CDTF">2026-07-25T14:18:55Z</dcterms:modified>
</cp:coreProperties>
</file>